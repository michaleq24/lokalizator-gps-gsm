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 smtClean="0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smtClean="0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l-PL" smtClean="0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l-PL" smtClean="0"/>
              <a:t>Kliknij ikonę, aby dodać obraz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l-PL" smtClean="0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l-PL" smtClean="0"/>
              <a:t>Kliknij ikonę, aby dodać obraz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smtClean="0">
                <a:latin typeface="Bahnschrift" panose="020B0502040204020203" pitchFamily="34" charset="0"/>
              </a:rPr>
              <a:t>Lokalizator GPS/GSM</a:t>
            </a:r>
            <a:endParaRPr lang="pl-PL" dirty="0">
              <a:latin typeface="Bahnschrift" panose="020B0502040204020203" pitchFamily="34" charset="0"/>
            </a:endParaRP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1026" name="Picture 2" descr="Map Pin - Free maps and location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3306" y="3882044"/>
            <a:ext cx="2266460" cy="2266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825148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>
                <a:latin typeface="Bahnschrift" panose="020B0502040204020203" pitchFamily="34" charset="0"/>
              </a:rPr>
              <a:t>Środowisko programistyczne</a:t>
            </a:r>
            <a:endParaRPr lang="pl-PL" dirty="0">
              <a:latin typeface="Bahnschrift" panose="020B0502040204020203" pitchFamily="34" charset="0"/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>
                <a:latin typeface="Bahnschrift" panose="020B0502040204020203" pitchFamily="34" charset="0"/>
              </a:rPr>
              <a:t>STM32CubeIDE </a:t>
            </a:r>
            <a:r>
              <a:rPr lang="pl-PL" dirty="0" smtClean="0">
                <a:latin typeface="Bahnschrift" panose="020B0502040204020203" pitchFamily="34" charset="0"/>
              </a:rPr>
              <a:t>1.19.0</a:t>
            </a:r>
          </a:p>
          <a:p>
            <a:r>
              <a:rPr lang="pl-PL" dirty="0" smtClean="0">
                <a:latin typeface="Bahnschrift" panose="020B0502040204020203" pitchFamily="34" charset="0"/>
              </a:rPr>
              <a:t>Język: C++</a:t>
            </a:r>
          </a:p>
          <a:p>
            <a:r>
              <a:rPr lang="pl-PL" dirty="0">
                <a:latin typeface="Bahnschrift" panose="020B0502040204020203" pitchFamily="34" charset="0"/>
              </a:rPr>
              <a:t>Mikrokontroler: </a:t>
            </a:r>
          </a:p>
          <a:p>
            <a:pPr marL="0" indent="0">
              <a:buNone/>
            </a:pPr>
            <a:r>
              <a:rPr lang="pl-PL" dirty="0" smtClean="0">
                <a:latin typeface="Bahnschrift" panose="020B0502040204020203" pitchFamily="34" charset="0"/>
              </a:rPr>
              <a:t>STM32 </a:t>
            </a:r>
            <a:r>
              <a:rPr lang="pl-PL" dirty="0">
                <a:latin typeface="Bahnschrift" panose="020B0502040204020203" pitchFamily="34" charset="0"/>
              </a:rPr>
              <a:t>NUCLEO-L432KC</a:t>
            </a:r>
            <a:endParaRPr lang="pl-PL" dirty="0" smtClean="0">
              <a:latin typeface="Bahnschrift" panose="020B0502040204020203" pitchFamily="34" charset="0"/>
            </a:endParaRPr>
          </a:p>
          <a:p>
            <a:endParaRPr lang="pl-PL" dirty="0" smtClean="0">
              <a:latin typeface="Bahnschrift" panose="020B0502040204020203" pitchFamily="34" charset="0"/>
            </a:endParaRPr>
          </a:p>
          <a:p>
            <a:endParaRPr lang="pl-PL" dirty="0">
              <a:latin typeface="Bahnschrift" panose="020B0502040204020203" pitchFamily="34" charset="0"/>
            </a:endParaRP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397" y="2594335"/>
            <a:ext cx="5303316" cy="2852018"/>
          </a:xfrm>
          <a:prstGeom prst="rect">
            <a:avLst/>
          </a:prstGeom>
        </p:spPr>
      </p:pic>
      <p:pic>
        <p:nvPicPr>
          <p:cNvPr id="2050" name="Picture 2" descr="STM32CubeIDE | Software - STMicroelectronic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688" y="4834343"/>
            <a:ext cx="2448039" cy="1224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27300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>
                <a:latin typeface="Bahnschrift" panose="020B0502040204020203" pitchFamily="34" charset="0"/>
              </a:rPr>
              <a:t>Schemat Blokowy Systemu</a:t>
            </a:r>
            <a:endParaRPr lang="pl-PL" dirty="0">
              <a:latin typeface="Bahnschrift" panose="020B0502040204020203" pitchFamily="34" charset="0"/>
            </a:endParaRPr>
          </a:p>
        </p:txBody>
      </p:sp>
      <p:pic>
        <p:nvPicPr>
          <p:cNvPr id="5" name="Symbol zastępczy zawartości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041" y="2097088"/>
            <a:ext cx="7632741" cy="3734994"/>
          </a:xfrm>
        </p:spPr>
      </p:pic>
    </p:spTree>
    <p:extLst>
      <p:ext uri="{BB962C8B-B14F-4D97-AF65-F5344CB8AC3E}">
        <p14:creationId xmlns:p14="http://schemas.microsoft.com/office/powerpoint/2010/main" val="144081203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>
                <a:latin typeface="Bahnschrift" panose="020B0502040204020203" pitchFamily="34" charset="0"/>
              </a:rPr>
              <a:t>Moduły:</a:t>
            </a:r>
            <a:endParaRPr lang="pl-PL" dirty="0">
              <a:latin typeface="Bahnschrift" panose="020B0502040204020203" pitchFamily="34" charset="0"/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141413" y="2091056"/>
            <a:ext cx="4993381" cy="3541714"/>
          </a:xfrm>
        </p:spPr>
        <p:txBody>
          <a:bodyPr/>
          <a:lstStyle/>
          <a:p>
            <a:r>
              <a:rPr lang="pl-PL" dirty="0">
                <a:latin typeface="Bahnschrift" panose="020B0502040204020203" pitchFamily="34" charset="0"/>
              </a:rPr>
              <a:t>STM32 NUCLEO-L432KC</a:t>
            </a:r>
            <a:endParaRPr lang="pl-PL" dirty="0">
              <a:latin typeface="Bahnschrift" panose="020B0502040204020203" pitchFamily="34" charset="0"/>
            </a:endParaRPr>
          </a:p>
        </p:txBody>
      </p:sp>
      <p:sp>
        <p:nvSpPr>
          <p:cNvPr id="7" name="Symbol zastępczy zawartości 2"/>
          <p:cNvSpPr txBox="1">
            <a:spLocks/>
          </p:cNvSpPr>
          <p:nvPr/>
        </p:nvSpPr>
        <p:spPr>
          <a:xfrm>
            <a:off x="6094413" y="2091056"/>
            <a:ext cx="4878388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 err="1" smtClean="0">
                <a:latin typeface="Bahnschrift" panose="020B0502040204020203" pitchFamily="34" charset="0"/>
              </a:rPr>
              <a:t>Waveshare</a:t>
            </a:r>
            <a:r>
              <a:rPr lang="pl-PL" dirty="0" smtClean="0">
                <a:latin typeface="Bahnschrift" panose="020B0502040204020203" pitchFamily="34" charset="0"/>
              </a:rPr>
              <a:t> SIM7020E </a:t>
            </a:r>
            <a:r>
              <a:rPr lang="pl-PL" dirty="0">
                <a:latin typeface="Bahnschrift" panose="020B0502040204020203" pitchFamily="34" charset="0"/>
              </a:rPr>
              <a:t>NB-</a:t>
            </a:r>
            <a:r>
              <a:rPr lang="pl-PL" dirty="0" err="1">
                <a:latin typeface="Bahnschrift" panose="020B0502040204020203" pitchFamily="34" charset="0"/>
              </a:rPr>
              <a:t>IoT</a:t>
            </a:r>
            <a:r>
              <a:rPr lang="pl-PL" dirty="0">
                <a:latin typeface="Bahnschrift" panose="020B0502040204020203" pitchFamily="34" charset="0"/>
              </a:rPr>
              <a:t> </a:t>
            </a:r>
            <a:r>
              <a:rPr lang="pl-PL" dirty="0" smtClean="0">
                <a:latin typeface="Bahnschrift" panose="020B0502040204020203" pitchFamily="34" charset="0"/>
              </a:rPr>
              <a:t>HAT</a:t>
            </a:r>
            <a:endParaRPr lang="pl-PL" dirty="0">
              <a:latin typeface="Bahnschrift" panose="020B0502040204020203" pitchFamily="34" charset="0"/>
            </a:endParaRPr>
          </a:p>
        </p:txBody>
      </p:sp>
      <p:pic>
        <p:nvPicPr>
          <p:cNvPr id="3076" name="Picture 4" descr="Fot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795" y="2751513"/>
            <a:ext cx="4304605" cy="322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www.waveshare.com/w/upload/6/64/SIM7020_link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796"/>
          <a:stretch/>
        </p:blipFill>
        <p:spPr bwMode="auto">
          <a:xfrm rot="16200000">
            <a:off x="7367721" y="2395512"/>
            <a:ext cx="1555369" cy="3940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39633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>
                <a:latin typeface="Bahnschrift" panose="020B0502040204020203" pitchFamily="34" charset="0"/>
              </a:rPr>
              <a:t>Moduły:</a:t>
            </a:r>
            <a:endParaRPr lang="pl-PL" dirty="0">
              <a:latin typeface="Bahnschrift" panose="020B0502040204020203" pitchFamily="34" charset="0"/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141413" y="2091056"/>
            <a:ext cx="4993381" cy="3541714"/>
          </a:xfrm>
        </p:spPr>
        <p:txBody>
          <a:bodyPr/>
          <a:lstStyle/>
          <a:p>
            <a:r>
              <a:rPr lang="pl-PL" dirty="0">
                <a:latin typeface="Bahnschrift" panose="020B0502040204020203" pitchFamily="34" charset="0"/>
              </a:rPr>
              <a:t>GPS FGPMMOPA4</a:t>
            </a:r>
            <a:endParaRPr lang="pl-PL" dirty="0">
              <a:latin typeface="Bahnschrift" panose="020B0502040204020203" pitchFamily="34" charset="0"/>
            </a:endParaRPr>
          </a:p>
        </p:txBody>
      </p:sp>
      <p:sp>
        <p:nvSpPr>
          <p:cNvPr id="7" name="Symbol zastępczy zawartości 2"/>
          <p:cNvSpPr txBox="1">
            <a:spLocks/>
          </p:cNvSpPr>
          <p:nvPr/>
        </p:nvSpPr>
        <p:spPr>
          <a:xfrm>
            <a:off x="6094412" y="2091056"/>
            <a:ext cx="4993381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>
                <a:latin typeface="Bahnschrift" panose="020B0502040204020203" pitchFamily="34" charset="0"/>
              </a:rPr>
              <a:t>Wyświetlacz </a:t>
            </a:r>
            <a:r>
              <a:rPr lang="pl-PL" dirty="0" smtClean="0">
                <a:latin typeface="Bahnschrift" panose="020B0502040204020203" pitchFamily="34" charset="0"/>
              </a:rPr>
              <a:t>OLED128x64px</a:t>
            </a:r>
            <a:endParaRPr lang="pl-PL" dirty="0">
              <a:latin typeface="Bahnschrift" panose="020B0502040204020203" pitchFamily="34" charset="0"/>
            </a:endParaRP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3101787"/>
            <a:ext cx="4112231" cy="2181849"/>
          </a:xfrm>
          <a:prstGeom prst="rect">
            <a:avLst/>
          </a:prstGeom>
        </p:spPr>
      </p:pic>
      <p:pic>
        <p:nvPicPr>
          <p:cNvPr id="4098" name="Picture 2" descr="Wyświetlacz OLED niebieski graficzny 0,96'' 128x64px I2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321" y="2986955"/>
            <a:ext cx="2645814" cy="264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84243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>
                <a:latin typeface="Bahnschrift" panose="020B0502040204020203" pitchFamily="34" charset="0"/>
              </a:rPr>
              <a:t>Funkcjonalności:</a:t>
            </a:r>
            <a:endParaRPr lang="pl-PL" dirty="0">
              <a:latin typeface="Bahnschrift" panose="020B0502040204020203" pitchFamily="34" charset="0"/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 smtClean="0">
                <a:latin typeface="Bahnschrift" panose="020B0502040204020203" pitchFamily="34" charset="0"/>
              </a:rPr>
              <a:t>Przesył</a:t>
            </a:r>
            <a:r>
              <a:rPr lang="pl-PL" dirty="0" smtClean="0">
                <a:latin typeface="Bahnschrift" panose="020B0502040204020203" pitchFamily="34" charset="0"/>
              </a:rPr>
              <a:t> lokalizacji poprzez sieć </a:t>
            </a:r>
            <a:r>
              <a:rPr lang="pl-PL" dirty="0" smtClean="0">
                <a:latin typeface="Bahnschrift" panose="020B0502040204020203" pitchFamily="34" charset="0"/>
              </a:rPr>
              <a:t>GSM-LTE na serwer MQTT, możliwy podgląd historii lokalizacji z poziomu innych urządzeń.</a:t>
            </a:r>
          </a:p>
          <a:p>
            <a:r>
              <a:rPr lang="pl-PL" dirty="0" smtClean="0">
                <a:latin typeface="Bahnschrift" panose="020B0502040204020203" pitchFamily="34" charset="0"/>
              </a:rPr>
              <a:t>Obsługa przycisków funkcyjnych do kontroli pracy urządzenia.</a:t>
            </a:r>
          </a:p>
          <a:p>
            <a:r>
              <a:rPr lang="pl-PL" dirty="0" smtClean="0">
                <a:latin typeface="Bahnschrift" panose="020B0502040204020203" pitchFamily="34" charset="0"/>
              </a:rPr>
              <a:t>Podgląd aktualnej lokalizacji, czasu oraz siły zasięgu sieci GSM na wyświetlaczu.</a:t>
            </a:r>
          </a:p>
        </p:txBody>
      </p:sp>
      <p:pic>
        <p:nvPicPr>
          <p:cNvPr id="5122" name="Picture 2" descr="Ikona Gsm Pixel Perfect Flat |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158" y="4752269"/>
            <a:ext cx="1731413" cy="1731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81972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>
                <a:latin typeface="Bahnschrift" panose="020B0502040204020203" pitchFamily="34" charset="0"/>
              </a:rPr>
              <a:t>Dziękuję za uwagę</a:t>
            </a:r>
            <a:endParaRPr lang="pl-PL" dirty="0">
              <a:latin typeface="Bahnschrift" panose="020B0502040204020203" pitchFamily="34" charset="0"/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>
                <a:latin typeface="Bahnschrift" panose="020B0502040204020203" pitchFamily="34" charset="0"/>
              </a:rPr>
              <a:t>Michał </a:t>
            </a:r>
            <a:r>
              <a:rPr lang="pl-PL" dirty="0" err="1" smtClean="0">
                <a:latin typeface="Bahnschrift" panose="020B0502040204020203" pitchFamily="34" charset="0"/>
              </a:rPr>
              <a:t>Figołuszka</a:t>
            </a:r>
            <a:endParaRPr lang="pl-PL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14635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bwód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TM04033919[[fn=Obwód]]</Template>
  <TotalTime>231</TotalTime>
  <Words>77</Words>
  <Application>Microsoft Office PowerPoint</Application>
  <PresentationFormat>Panoramiczny</PresentationFormat>
  <Paragraphs>19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2" baseType="lpstr">
      <vt:lpstr>Arial</vt:lpstr>
      <vt:lpstr>Bahnschrift</vt:lpstr>
      <vt:lpstr>Trebuchet MS</vt:lpstr>
      <vt:lpstr>Tw Cen MT</vt:lpstr>
      <vt:lpstr>Obwód</vt:lpstr>
      <vt:lpstr>Lokalizator GPS/GSM</vt:lpstr>
      <vt:lpstr>Środowisko programistyczne</vt:lpstr>
      <vt:lpstr>Schemat Blokowy Systemu</vt:lpstr>
      <vt:lpstr>Moduły:</vt:lpstr>
      <vt:lpstr>Moduły:</vt:lpstr>
      <vt:lpstr>Funkcjonalności:</vt:lpstr>
      <vt:lpstr>Dziękuję za uwagę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Lokalizator GPS/GSM</dc:title>
  <dc:creator>Konto Microsoft</dc:creator>
  <cp:lastModifiedBy>Konto Microsoft</cp:lastModifiedBy>
  <cp:revision>11</cp:revision>
  <dcterms:created xsi:type="dcterms:W3CDTF">2025-10-22T16:07:08Z</dcterms:created>
  <dcterms:modified xsi:type="dcterms:W3CDTF">2025-10-23T11:09:59Z</dcterms:modified>
</cp:coreProperties>
</file>